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Serif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erif-bold.fntdata"/><Relationship Id="rId10" Type="http://schemas.openxmlformats.org/officeDocument/2006/relationships/font" Target="fonts/RobotoSerif-regular.fntdata"/><Relationship Id="rId13" Type="http://schemas.openxmlformats.org/officeDocument/2006/relationships/font" Target="fonts/RobotoSerif-boldItalic.fntdata"/><Relationship Id="rId12" Type="http://schemas.openxmlformats.org/officeDocument/2006/relationships/font" Target="fonts/RobotoSerif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386159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0386159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4ed6d37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4ed6d37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04ed6d37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04ed6d37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тейп оф эскейп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37894"/>
            <a:ext cx="9144003" cy="545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тейп оф эскейп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5028" y="-412425"/>
            <a:ext cx="9319030" cy="55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1905950" y="854250"/>
            <a:ext cx="55275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В этом текстовом приключении вы - кинокритик, попавший в мир абстракции и странностей.</a:t>
            </a:r>
            <a:endParaRPr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926200" y="2199625"/>
            <a:ext cx="4251900" cy="28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Телевизор-портал - ваша единственная надежда на спасение. Найдите кассету выхода, чтобы вернуться в реальность, или… останьтесь здесь навсегда.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 title="тейп оф эскейп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32612"/>
            <a:ext cx="9144003" cy="545157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1973775" y="598000"/>
            <a:ext cx="4094700" cy="2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Враги поджидают на каждом шагу. Взаимодействуйте с локацией и ищите предметы, которые помогут вам атаковать слабые места существ.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268325" y="2720025"/>
            <a:ext cx="4026000" cy="2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Разгадайте загадки местных обитателей, чтобы пройти дальше и узнать все тайны этого места.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тейп оф эскейп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-154025"/>
            <a:ext cx="9144003" cy="54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1763575" y="1133150"/>
            <a:ext cx="5228100" cy="26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-"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Игра рассчитана на аудиторию 16+ и поднимает такие темы как эскапизм и время.</a:t>
            </a:r>
            <a:endParaRPr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-"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Через исследование мира игрок познаёт историю и проживает её вместе с персонажем!</a:t>
            </a:r>
            <a:endParaRPr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-"/>
            </a:pPr>
            <a:r>
              <a:rPr lang="ru"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Две концовки на выбор </a:t>
            </a:r>
            <a:endParaRPr sz="1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